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Sessione 4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Automazioni, Workflow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Amministrazione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Automatizzare i processi, personalizzare i workflow, gestire Jira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Tyvak International — Formazione Jira &amp; Confluence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Obiettivi della sessione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regole di automazione (Trigger → Condizione → Azione)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Progettare e implementare workflow personalizzati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permessi, schemi e configurazioni di progetto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Applicare best practice di governance Jira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Automazioni in Jira Cloud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Concetto chiave: Trigger → Condizione → Azione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l'evento che avvia la regola (es. issue creata, status cambiato)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CONDIZIONE: il filtro che decide se procedere (es. priorità = Critical)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AZIONE: cosa fare quando le condizioni sono soddisfatte (es. invia email)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regole possono avere più condizioni e più azioni in sequenza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trovarle: Project settings → Automation → Create rule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regola ha un audit log per monitorare le esecuzioni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 principali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attiva quando...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Viene creata un'issue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Auto-assegnazione, crea sotto-task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transitioned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lo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 al reporter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value 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un 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Priorità cambiata →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intervalli programmati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giornaliero, pulizia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Attivato dall'utente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Azioni su richiesta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added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Nuovo commento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 all'assegnatario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Azioni principali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 lo status dell'issue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issue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 campi (assegna, priorità, etichetta)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comment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Aggiunge un commento automatico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Invia email a utenti o gruppi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sub-tasks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sotto-attività automaticamente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Collega issue tra loro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 issues (JQL)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issue per azioni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values — Variabili dinamiche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{{issue.key}} → chiave issue (es. IT-123)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{{issue.summary}} → titolo dell'issue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{{issue.assignee.displayName}} → nome dell'assegnatario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{{issue.reporter.displayName}} → nome del reporter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{{issue.status.name}} → status attuale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{{issue.url}} → URL completo dell'issue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{{now}} → data/ora corrente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{{now.plusDays(7)}} → tra 7 giorni | {{now.minusDays(1)}} → ieri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Ricette di automazione per Tyvak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— Onboarding: issue creata con label "nuovo-dipendente" → crea 5 sotto-task checklist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— Escalation: scheduled ogni giorno → ticket Critical aperti &gt;24h → commento + email al manager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— Conferma: issue transita a "Risolto" → email al reporter con dettagli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— Scadenza: scheduled → issue con due date ≤ 3 giorni → commento "⏰ In scadenza"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— Auto-chiusura: issue in "Risolto" da &gt;7 giorni → transita a "Chiuso" automaticamente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personalizzati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Progettare un workflow efficace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d'oro: il workflow deve riflettere il processo reale, non il contrario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Massimo 6-7 stati — la semplicità è fondamentale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stato deve avere un significato chiaro e diverso dagli altri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transizioni devono avere senso: non tutti gli stati devono collegare a tutti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Condizioni sulle transizioni: chi può fare cosa (es. solo il manager approva)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Post-function: azioni automatiche dopo una transizione (es. assegna all'IT lead)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sempre il workflow con scenari reali prima di pubblicarlo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Amministrazione Jira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Configurazioni chiave (IT Manager)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utenti: invitare, disattivare, assegnare a gruppi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schemes: chi può creare/modificare/eliminare issue, gestire sprint...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schemes: chi riceve email per creazione, assegnazione, commenti...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type schemes: quali tipi di issue disponibili in ogni progetto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del minimo privilegio: dare solo i permessi necessari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Documentare ogni configurazione su Confluence (tratteremo nella sessione 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 di governance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Convenzioni nomenclatura: IT-HELPDESK, HR-ONBOARDING, FAC-TICKETS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Etichette standard condivise: definire un vocabolario comune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per ogni progetto: categorizzare le issue per area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 trimestrale: issue obsolete, filtri inutilizzati, utenti inattivi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di progetto: per onboardare nuovi team rapidamente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 permessi: verificare periodicamente chi ha accesso a cosa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 &amp; Prossimi passi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5: Confluence, Integrazione e Knowledge Transfer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Sessione 4 — Automazioni, Workflow e Amministrazione</dc:title>
  <dc:subject>PptxGenJS Presentation</dc:subject>
  <dc:creator>Formatore Tyvak</dc:creator>
  <cp:lastModifiedBy>Formatore Tyvak</cp:lastModifiedBy>
  <cp:revision>1</cp:revision>
  <dcterms:created xsi:type="dcterms:W3CDTF">2026-02-19T15:09:53Z</dcterms:created>
  <dcterms:modified xsi:type="dcterms:W3CDTF">2026-02-19T15:09:53Z</dcterms:modified>
</cp:coreProperties>
</file>