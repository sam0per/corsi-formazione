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Sessione 2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Filtri, Ricerche e JQL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Query Language: il fondamento per dashboard, report e automazioni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Tyvak International — Formazione Jira &amp; Confluence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Obiettivi della sessione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Utilizzare la ricerca base e i filtri rapidi di Jira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Scrivere query JQL per ricerche avanzate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Padroneggiare operatori, funzioni e periodi relativi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Salvare, condividere e gestire filtri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Configurare sottoscrizioni email sui filtri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Ricerca in Jira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Metodi di ricerca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globale: shortcut "/" — cerca issue, progetti, board, persone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nel progetto: filtra solo le issue del progetto attivo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 rapidi (Quick Filters): pulsanti in alto sulla board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 predefiniti: "Le mie issue aperte", "Segnalate di recente"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avanzata: modalità Base (visuale) o JQL (testo)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modalità Base traduce automaticamente in JQL — ottimo per imparare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Introduzione a JQL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Struttura di una query JQL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base: campo OPERATORE valore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project = "IT-HELPDESK"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Combinazione: campo OP valore AND campo OP valore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project = "IT-HELPDESK" AND status = "Open"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Ordinamento: ... ORDER BY campo DESC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completo: project = "IT-HELPDESK" AND priority = Critical ORDER BY created DESC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Campi JQL principali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Esempio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= "IT-HELPDESK"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issuetype = Bug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attuale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= "In Progress"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Assegnatario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 = currentUser()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IN (High, Critical)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Etichette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= "onboarding"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creazione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&gt;= -7d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Ultimo aggiornamento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&gt;= startOfDay()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Ricerca full-text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~ "satellite"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Operatori JQL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Esempio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 !=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Uguale / Diverso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= "Done"  |  status != "Done"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 &lt;  &gt;=  &lt;=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Confronto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&gt;=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 NOT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una lista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IN ("To Do", "In Progress")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 !~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Contiene / Non contiene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~ "ordine"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EMPTY / IS NOT EMPTY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vuoto / non vuoto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assignee IS EMPTY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 (storico)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WAS "In Progress"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È cambiato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CHANGED TO "Done"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 OR  NOT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Operatori logici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= High AND status !=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Funzioni JQL avanzate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Funzioni e periodi relativi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currentUser()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L'utente corrente (rende le query riutilizzabili)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 ora attuali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startOfDay() / endOfDay()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Inizio / fine di oggi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startOfWeek() / endOfWeek()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Inizio / fine settimana corrente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startOfMonth() / endOfMonth()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Inizio / fine mese corrente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-1d, -7d, -30d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giorno fa, 7 giorni fa, 30 giorni 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-1w, -1M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settimana fa, 1 mese 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utili per Tyvak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mie issue aperte: assignee = currentUser() AND status != Done ORDER BY priority DESC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IT critici aperti da &gt;24h: project = "IT-HELPDESK" AND priority = Critical AND created &lt;= -24h AND status != Done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attivi: labels = "onboarding" AND status != Done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create questa settimana: project = "PROGETTO" AND created &gt;= startOfWeek()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Reclami facility aperti: labels = "reclami" AND status != Done ORDER BY priority DESC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in scadenza entro 3 giorni: due &lt;= 3d AND due &gt;= now() AND status != Done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Salvare e gestire filtri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Gestione dei filtri salvati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Salvare: dalla ricerca avanzata → "Save as" → nome descrittivo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Convenzione nomi: [Ruolo/Team] - Descrizione (es. "[IT] - Ticket critici aperti")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Condivisione: Dettagli filtro → Permessi → Aggiungi gruppo/progetto/tutti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Preferiti: clicca la stella per accesso rapido dalla barra laterale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Sottoscrizioni: notifiche email periodiche sui risultati del filtro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filtri salvati sono la base per gadget dashboard e automazioni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rivedere e pulire i filtri trimestralmente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Riepilogo &amp; Prossimi passi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3: Dashboard, Grafici e Analytics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Domande?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Sessione 2 — Filtri, Ricerche e JQL</dc:title>
  <dc:subject>PptxGenJS Presentation</dc:subject>
  <dc:creator>Formatore Tyvak</dc:creator>
  <cp:lastModifiedBy>Formatore Tyvak</cp:lastModifiedBy>
  <cp:revision>1</cp:revision>
  <dcterms:created xsi:type="dcterms:W3CDTF">2026-02-19T15:09:53Z</dcterms:created>
  <dcterms:modified xsi:type="dcterms:W3CDTF">2026-02-19T15:09:53Z</dcterms:modified>
</cp:coreProperties>
</file>