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Sessione 3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Dashboard, Grafici e Analytics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Creare dashboard efficaci, leggere report, comunicare con i dati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Tyvak International — Formazione Jira &amp; Confluence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Obiettivi della sessione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74320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Creare e personalizzare dashboard Jira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Scegliere e configurare i gadget più utili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Leggere e interpretare grafici e report nativi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Condividere dashboard con il team e la direzione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Usare i dati per prendere decisioni migliori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83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in Jira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Cos'è una dashboard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74320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 personalizzabile con "gadget" che visualizzano dati da Jira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gadget è alimentato da un filtro JQL salvato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di sistema: predefinita, visibile a tutti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personale: creata da te, condivisibile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flessibile: 1, 2 o 3 colonne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dashboard è uno strumento di comunicazione, non solo di monitoraggio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Catena del valore: Filtro JQL → Gadget → Dashboard → Decisione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83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Gadget principali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gadget più utili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74320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2682240"/>
                <a:gridCol w="2682240"/>
                <a:gridCol w="26822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Gadget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Cosa mostra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usarlo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Results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Tabella issue da filtro JQL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operativa delle attività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 Chart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Grafico a torta per un campo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Distribuzione per status/priorità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 vs Resolved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 creazione vs risoluzione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Monitorare carico di lavoro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Dimensional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Matrice campo × campo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Panoramica priorità ×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Stream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 attività recenti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Monitorare attività del team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 Map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Mappa di calore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Visualizzare concentrazioni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Testo libero wiki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Note, KPI, link utili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Configurazione gadget — Best practice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74320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gadget richiede un filtro salvato (non query JQL diretta)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Collegare gadget a filtri salvati = manutenibilità (cambi il filtro, si aggiornano tutti i gadget)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interval consigliato: 15 min per dashboard operative, 1h per reporting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Results: seleziona solo le colonne necessarie (Key, Summary, Status, Priority, Assignee)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Chart: usa campi con pochi valori distinti (Status, Priority, Component)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vs Resolved: imposta periodo e granularità appropriati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sovraccaricare: massimo 6-8 gadget per dashboard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83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 nativi di Jira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 del progetto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74320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Burndown Chart (Scrum): lavoro rimanente nello sprint — il trend scende?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Chart (Scrum): story point completati per sprint — il team è stabile?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Flow Diagram: distribuzione issue per status nel tempo — ci sono colli di bottiglia?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Chart: tempo di ciclo per issue — quanto tempo serve per completare il lavoro?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 trovarli: menu laterale del progetto → Report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 report aiutano a rispondere alla domanda: stiamo migliorando?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83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Condivisione e Wallboard</a:t>
            </a:r>
            <a:endParaRPr lang="en-US" sz="3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Condividere le dashboard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74320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Privata: solo tu puoi vederla (default)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Gruppo: condividi con un gruppo Jira (es. "Team IT")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Progetto: condividi con un ruolo nel progetto (es. "Administrators")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Pubblica: visibile a tutti gli utenti del sito Atlassian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Wallboard mode: aggiungi ?wallboard all'URL per schermo intero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per la direzione: KPI cross-dipartimento, Created vs Resolved, grafici a torta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Suggerimento: crea una dashboard "manager" e una "operativa" per ogni team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Riepilogo &amp; Prossimi passi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Sessione 4: Automazioni, Workflow e Amministrazione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Domande?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Sessione 3 — Dashboard, Grafici e Analytics</dc:title>
  <dc:subject>PptxGenJS Presentation</dc:subject>
  <dc:creator>Formatore Tyvak</dc:creator>
  <cp:lastModifiedBy>Formatore Tyvak</cp:lastModifiedBy>
  <cp:revision>1</cp:revision>
  <dcterms:created xsi:type="dcterms:W3CDTF">2026-02-19T15:09:53Z</dcterms:created>
  <dcterms:modified xsi:type="dcterms:W3CDTF">2026-02-19T15:09:53Z</dcterms:modified>
</cp:coreProperties>
</file>