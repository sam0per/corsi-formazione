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Sessione 1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Fondamenti di Jira Cloud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Architettura, navigazione, issue types e workflow base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Tyvak International — Formazione Jira &amp; Confluence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Obiettivi della sessione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Comprendere l'architettura di Jira Cloud (sito → progetto → board → issue)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Navigare con sicurezza l'interfaccia di Jira Cloud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Distinguere tra progetti Team-managed e Company-managed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Creare e configurare issue con campi, priorità, etichette e componenti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Comprendere il concetto di workflow e status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83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Ecosistema Atlassian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Panoramica Atlassian Cloud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Jira: tracciamento del lavoro, gestione progetti, ticket, workflow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Confluence: documentazione, wiki aziendale, knowledge base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nativa tra Jira e Confluence via Atlassian Cloud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Marketplace: app ed estensioni per funzionalità aggiuntive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unico sito Atlassian (tyvak.atlassian.net) per tutti i prodotti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Architettura di Jira Cloud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Sito Atlassian → contiene tutti i prodotti e gli utenti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 → contenitore logico per il lavoro di un team/processo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→ visualizzazione Kanban o Scrum delle issue del progetto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→ unità di lavoro: task, bug, story, epic, sub-task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→ configurazione riutilizzabile (workflow, permessi, schermate, notifiche)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 Tyvak: un progetto per IT Helpdesk, uno per HR Onboarding, uno per Facility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Issue types principali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682240"/>
                <a:gridCol w="2682240"/>
                <a:gridCol w="26822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Esempio Tyvak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Obiettivo grande, raggruppa altre 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Missione MILANI — setup infrastruttura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Funzionalità o requisito utente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 HR, voglio una checklist onboarding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Attività operativa da completare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Configurare VPN per nuovo dipendente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 da risolvere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Stampante 3° piano non raggiungibile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Sotto-attività di un'issue padre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Consegnare badge al nuovo dipendente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83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Navigazione dell'interfaccia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Navigazione principale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superiore: Progetti, Filtri, Dashboard, Persone, App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globale: shortcut "/" per cercare ovunque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Work: le tue issue, attività recenti, board preferite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Notifiche: campanella in alto a destra, menzioni con @nome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laterale del progetto: Board, Backlog, Report, Settings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 da ricordare: "/" (ricerca), "c" (crea issue), "g" poi "d" (vai a dashboard)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83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Tipi di progetto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Team-managed vs Company-managed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3840480" cy="3474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Team-managed (Next-gen)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Configurazione semplificata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progetto ha il suo workflow indipendente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team può modificare board e workflow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 limitati ai predefiniti + pochi custom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Ideale per: team autonomi, piccoli progetti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840480" cy="3474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80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Company-managed (Classic)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Configurazione centralizzata dall'admin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Workflow, schermate e campi condivisi tra progetti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opzioni di personalizzazione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Richiede permessi di amministratore per configurare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Ideale per: processi aziendali strutturati, IT helpdesk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83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Issue in profondità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Anatomia di un'issue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titolo breve e descrittivo dell'attività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dettagli, contesto, criteri di accettazione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Task, Bug, Story, Epic, Sub-task (o personalizzato)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Lowest → Low → Medium → High → Critical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Assignee: chi è responsabile | Reporter: chi ha creato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etichette libere per categorizzare (es. "onboarding", "urgente")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sotto-aree del progetto (es. "Hardware", "Software", "Rete")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Links: relazioni con altre issue (blocks, is related to, duplicates)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83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base</a:t>
            </a:r>
            <a:endParaRPr lang="en-US" sz="3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Cos'è un workflow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Sequenza di stati e transizioni che definisce il ciclo di vita di un'issue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issue si muove attraverso gli stati seguendo le transizioni definite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predefinito semplice: To Do → In Progress → Done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stati possono essere personalizzati (es. "In attesa", "In revisione")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transizioni possono avere condizioni (chi può eseguirle) e validatori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progetto ha almeno un workflow associato tramite uno schema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mantieni il workflow semplice (max 6-7 stati)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per ruolo — Esempi Tyvak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Ruolo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consigliato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Nuovo → Assegnato → In lavorazione → In attesa → Risolto → Chiuso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&amp; Finance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Richiesto → Approvato → In elaborazione → Completato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Generalist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fare → In corso → In revisione → Completato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Facility 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Segnalato → Preso in carico → In intervento → Verifica → Chiuso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Riepilogo &amp; Prossimi passi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Sessione 2: Filtri, Ricerche e JQL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Domande?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Sessione 1 — Fondamenti di Jira Cloud</dc:title>
  <dc:subject>PptxGenJS Presentation</dc:subject>
  <dc:creator>Formatore Tyvak</dc:creator>
  <cp:lastModifiedBy>Formatore Tyvak</cp:lastModifiedBy>
  <cp:revision>1</cp:revision>
  <dcterms:created xsi:type="dcterms:W3CDTF">2026-02-19T15:09:53Z</dcterms:created>
  <dcterms:modified xsi:type="dcterms:W3CDTF">2026-02-19T15:09:53Z</dcterms:modified>
</cp:coreProperties>
</file>