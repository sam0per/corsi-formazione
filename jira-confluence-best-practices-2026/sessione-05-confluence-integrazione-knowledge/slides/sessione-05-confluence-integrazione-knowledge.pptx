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Sessione 5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Confluence, Integrazione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Knowledge Transfer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Documentare, integrare e condividere le competenze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Formazione Jira &amp; Confluence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della sessione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Confluence per creare documentazione strutturata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Jira e Confluence per un flusso di lavoro completo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Preparare un piano di knowledge transfer per i colleghi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Consolidare tutte le competenze acquisite nel corso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 essenziali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Confluence Cloud — Panoramica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aziendale per documentazione, procedure, knowledge 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Struttura: Spazi → Pagine → Sotto-pagine (gerarchia ad albero)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moderno: formattazione ricca, tabelle, macro, template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predefiniti: meeting notes, decision, how-to, retrospettiva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per organizzare e cercare i contenuti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= tracciare il lavoro | Confluence = documentare il contesto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Tyvak: procedure IT, manuale onboarding, documentazione facility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Creare contenuti efficaci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chiaro e descrittivo (cercabile)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con titoli e sottotitoli (H1, H2, H3)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per dati strutturati (SLA, contatti, confronti)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Pannelli informativi: Info (blu), Warning (giallo), Note (viola)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Espansioni (Expand) per contenuti opzionali o FAQ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(Task list) per procedure step-by-step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Allegati e immagini per contesto visivo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per ogni pagina (es. "procedura", "IT", "onboarding")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Jira ↔ Confluence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bidirezionale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Confluence a Jira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Jira Issues: tabella issue in tempo reale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Jira Chart: grafici nella pagina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issue Jira da Confluence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links: incolla URL Jira per preview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pagina "Stato onboarding" con issue live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Jira a Confluence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Collegare pagine Confluence alle issue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nella descrizione dell'issue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come knowledge base del progetto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 procedure e documentazione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ticket IT → link a procedura risolutiva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Casi d'uso integrazione — Tyvak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"Stato onboarding Q1 2026" con macro Jira Issues filtrata per label = onboarding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"Come aprire un ticket IT" su Confluence, linkata dal progetto IT Helpdesk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mensile facility con macro Jira Chart (Created vs Resolved) incorporato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 workflow su Confluence con link ai singoli progetti Jira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onboarding su Confluence con link alle issue template di Jira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IT con soluzioni a problemi ricorrenti, linkate ai ticket Jira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Transfer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di Knowledge Transfer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COSA insegnare: selezionare gli argomenti prioritari per ciascun gruppo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CHI: team lead, colleghi operativi, nuovi assunti, direzione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COME: sessioni live, video tutorial, pagine Confluence, affiancamento 1:1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QUANDO: calendario realistico nelle prossime 4-8 settimane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MATERIALI: riutilizzare materiali del corso + creare contenuti specifici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MISURARE: feedback, adozione effettiva, domande ricevute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uno spazio Confluence "Formazione Jira — Tyvak" come hub centrale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del percorso completo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1: Fondamenti → struttura di Jira, navigazione, issue, workflow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2: JQL → trovare qualsiasi informazione con query precise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3: Dashboard → visualizzare e comunicare i dati con grafici e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4: Automazioni e admin → ottimizzare processi e gestire la piattaforma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5: Confluence e KT → documentare, integrare e condividere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oggi siete utenti proficienti: usate le competenze, sperimentate, condividete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Risorse per continuare a imparare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Community: community.atlassian.com — forum, domande, best practice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University: university.atlassian.com — corsi gratuiti e certificazioni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Documentation: support.atlassian.com — guide ufficiali per ogni prodotto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del corso: JQL, Dashboard, Automazioni (nella cartella risorse/)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spazio Confluence "Formazione Jira — Tyvak" come riferimento interno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 quotidiana: il modo migliore per consolidare le competenze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 lavoro con Jira e Confluence.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 finali?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5 — Confluence, Integrazione e Knowledge Transfer</dc:title>
  <dc:subject>PptxGenJS Presentation</dc:subject>
  <dc:creator>Formatore Tyvak</dc:creator>
  <cp:lastModifiedBy>Formatore Tyvak</cp:lastModifiedBy>
  <cp:revision>1</cp:revision>
  <dcterms:created xsi:type="dcterms:W3CDTF">2026-02-19T15:09:53Z</dcterms:created>
  <dcterms:modified xsi:type="dcterms:W3CDTF">2026-02-19T15:09:53Z</dcterms:modified>
</cp:coreProperties>
</file>